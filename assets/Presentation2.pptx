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 showGuides="1">
      <p:cViewPr>
        <p:scale>
          <a:sx n="127" d="100"/>
          <a:sy n="127" d="100"/>
        </p:scale>
        <p:origin x="1720" y="504"/>
      </p:cViewPr>
      <p:guideLst>
        <p:guide orient="horz" pos="2160"/>
        <p:guide pos="35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823FC8-9CFA-3B4A-8410-FEC07561D532}" type="datetimeFigureOut">
              <a:rPr lang="en-KR" smtClean="0"/>
              <a:t>4/1/26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31D89-7B27-FC43-B55E-4C57189EE5B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2054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31D89-7B27-FC43-B55E-4C57189EE5BD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7839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D9B6D-1A16-3DED-2C05-8604DBE93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3E3D2-F5F4-6C22-B44A-0AB0514AB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8D0DC-BD5F-F856-7E40-2597E263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82FFF-678A-6CD1-4C4F-D31197E8E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C25D1-981A-A8BD-4045-4C24CD34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3492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F6F1-60B0-0E98-2E83-3A98541C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367CE-B294-2F6E-3B74-A41EAE120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B3E3F-08E5-CFA8-FCE1-F0C92A95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FE840-FDFD-4A30-DB04-6387475F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4BB8E-563A-2C8D-FADE-A456D20E7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2232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17C15-F6FD-F188-1731-E1A6B8AF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0D563-448F-B1D7-5456-1B902FF9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8BF49-5198-E4B1-2811-4038085F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CA5FA-F41F-1D18-FCCE-AFAAB383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B6556-0D34-41D5-F5E6-720B164E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16953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9A35-80B9-80BF-71F8-8B2330E5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17D97-3ACB-84A3-73AD-FFCA64A176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9D13D-0D30-370A-0F4E-266FBEB8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5F023-6C88-03D7-0C7A-19D21B6E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99649-EE6D-6EFA-9501-4A15D1472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21342-8469-2468-9155-26BD5E50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1025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F3584-0A96-F4CA-4761-5A142289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C48B4-D35C-EE14-CECC-7157FB472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F2759-8068-94BE-3A6A-37E7E43D0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521E19-7944-C639-7E85-C890803ED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CCB97-A7CD-9D58-C1A9-096C04ADC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52D6B9-1FFA-4B76-18C3-35A2F0EE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DB669A-E3BA-FA2E-8831-0DE80260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08FE1B-AF13-8217-C773-FA8799E6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5662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F56C-BDFD-16AE-02D9-DEFE4F65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5B21E-AB78-FCF0-1714-DC6C826D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3EEA2-EBC8-FD0D-A751-81867A66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EF200-30EE-9296-3C0A-6774AF0D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3416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8AC5B-A2A0-DC58-B629-D8CFEC50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812B3-3922-ABBE-F90B-9C869375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23E4F-47CF-CC02-8DBE-677A9A355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95763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B2794-9F3D-F639-DD6D-939042917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4EA89-06C7-3D34-02CE-FF9BAF105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50657-CCD9-AB91-5CC4-7181662CA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4C03D-6846-BD6A-E3A7-9FDEF657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288DD-E4BC-B004-6FFB-ED4CCDDA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2C117-B40C-39BA-27D5-B2BFEB30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4850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D23DE-E573-D592-9388-FDBF6A0C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9BF8A-5F82-73A8-5171-56EB90A54A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8B95A-81FC-9901-D512-AF389AC61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6F8B-8CA9-11BF-A6DC-26CA69056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07971-EFED-468E-8657-92C72D7B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E9B24-8539-CBAC-1E8F-FAAB34860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9101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DC66-EF9B-208F-31D7-02C3A22CA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E2DC7-B329-7E78-08A1-ECE5B9495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81A72-7967-DBAC-1938-9AAEC19A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236C-4994-8218-0E25-00E568540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F8534-2FA6-31D8-E5A3-EF04BE141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6834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EE190-330A-2316-DD2C-3B02A4738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C9EB5-B6C9-A55B-AC68-DA9EE6450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C04A5-5617-F31A-D681-3B3DBD9D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170D7-6AE6-77D4-B3E5-98BBDD28F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8337B-673E-AB8F-B197-CECBCC86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18761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4DF38A-7A47-01AD-53BC-C99E224A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A41D-DD34-113D-04A1-8630D2EA8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2C7FF-54C6-37DD-8DAF-FF7939170F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93981-D909-424E-86F3-4D9D52E35A85}" type="datetimeFigureOut">
              <a:rPr lang="en-KR" smtClean="0"/>
              <a:t>4/1/26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EA26F-FFD7-303A-0D98-4FFCDB9CF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B72CE-9D57-6BB8-65EA-C99B073B6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51EF5F-4A11-094F-BC23-E710757CB4C0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49064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37">
            <a:extLst>
              <a:ext uri="{FF2B5EF4-FFF2-40B4-BE49-F238E27FC236}">
                <a16:creationId xmlns:a16="http://schemas.microsoft.com/office/drawing/2014/main" id="{34E8F6EF-AC8F-B231-6A8D-EBBFF2112FE9}"/>
              </a:ext>
            </a:extLst>
          </p:cNvPr>
          <p:cNvSpPr/>
          <p:nvPr/>
        </p:nvSpPr>
        <p:spPr>
          <a:xfrm>
            <a:off x="3541203" y="1263549"/>
            <a:ext cx="2795958" cy="5289257"/>
          </a:xfrm>
          <a:prstGeom prst="roundRect">
            <a:avLst>
              <a:gd name="adj" fmla="val 6434"/>
            </a:avLst>
          </a:prstGeom>
          <a:solidFill>
            <a:srgbClr val="FFFFFF"/>
          </a:solidFill>
          <a:ln/>
          <a:effectLst>
            <a:outerShdw blurRad="3048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림 43">
            <a:extLst>
              <a:ext uri="{FF2B5EF4-FFF2-40B4-BE49-F238E27FC236}">
                <a16:creationId xmlns:a16="http://schemas.microsoft.com/office/drawing/2014/main" id="{01E22899-3FD4-ADF9-7405-E015EFF7230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3099" r="17441"/>
          <a:stretch>
            <a:fillRect/>
          </a:stretch>
        </p:blipFill>
        <p:spPr>
          <a:xfrm>
            <a:off x="3576824" y="1333500"/>
            <a:ext cx="2689477" cy="249075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09349A8-9FAE-4198-3B13-CF8A6A2B3909}"/>
              </a:ext>
            </a:extLst>
          </p:cNvPr>
          <p:cNvSpPr/>
          <p:nvPr/>
        </p:nvSpPr>
        <p:spPr>
          <a:xfrm>
            <a:off x="5046564" y="2903561"/>
            <a:ext cx="1219737" cy="4981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19" name="그림 8">
            <a:extLst>
              <a:ext uri="{FF2B5EF4-FFF2-40B4-BE49-F238E27FC236}">
                <a16:creationId xmlns:a16="http://schemas.microsoft.com/office/drawing/2014/main" id="{95E6697B-D19F-A1EC-91E4-4E437713D5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2178" b="-1"/>
          <a:stretch>
            <a:fillRect/>
          </a:stretch>
        </p:blipFill>
        <p:spPr>
          <a:xfrm>
            <a:off x="3694210" y="3739610"/>
            <a:ext cx="2316047" cy="2645437"/>
          </a:xfrm>
          <a:prstGeom prst="rect">
            <a:avLst/>
          </a:prstGeom>
        </p:spPr>
      </p:pic>
      <p:sp>
        <p:nvSpPr>
          <p:cNvPr id="21" name="화살표: 아래쪽 37">
            <a:extLst>
              <a:ext uri="{FF2B5EF4-FFF2-40B4-BE49-F238E27FC236}">
                <a16:creationId xmlns:a16="http://schemas.microsoft.com/office/drawing/2014/main" id="{2A409740-4A56-745F-8C14-8180E32314BE}"/>
              </a:ext>
            </a:extLst>
          </p:cNvPr>
          <p:cNvSpPr/>
          <p:nvPr/>
        </p:nvSpPr>
        <p:spPr>
          <a:xfrm>
            <a:off x="5153582" y="4553291"/>
            <a:ext cx="342910" cy="717369"/>
          </a:xfrm>
          <a:prstGeom prst="downArrow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7">
            <a:extLst>
              <a:ext uri="{FF2B5EF4-FFF2-40B4-BE49-F238E27FC236}">
                <a16:creationId xmlns:a16="http://schemas.microsoft.com/office/drawing/2014/main" id="{3B74B1A0-440A-CF42-CF1F-0E087190BFF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421" t="1457" r="-1" b="5013"/>
          <a:stretch>
            <a:fillRect/>
          </a:stretch>
        </p:blipFill>
        <p:spPr>
          <a:xfrm>
            <a:off x="442935" y="1400230"/>
            <a:ext cx="2798447" cy="5020206"/>
          </a:xfrm>
          <a:prstGeom prst="rect">
            <a:avLst/>
          </a:prstGeom>
          <a:ln w="9525">
            <a:solidFill>
              <a:schemeClr val="bg1">
                <a:lumMod val="65000"/>
              </a:schemeClr>
            </a:solidFill>
          </a:ln>
        </p:spPr>
      </p:pic>
      <p:sp>
        <p:nvSpPr>
          <p:cNvPr id="26" name="사각형: 둥근 모서리 37">
            <a:extLst>
              <a:ext uri="{FF2B5EF4-FFF2-40B4-BE49-F238E27FC236}">
                <a16:creationId xmlns:a16="http://schemas.microsoft.com/office/drawing/2014/main" id="{5D64989D-C3EA-C5F4-9ED7-B012858EC337}"/>
              </a:ext>
            </a:extLst>
          </p:cNvPr>
          <p:cNvSpPr/>
          <p:nvPr/>
        </p:nvSpPr>
        <p:spPr>
          <a:xfrm>
            <a:off x="6536355" y="1263549"/>
            <a:ext cx="2795958" cy="5289257"/>
          </a:xfrm>
          <a:prstGeom prst="roundRect">
            <a:avLst>
              <a:gd name="adj" fmla="val 6434"/>
            </a:avLst>
          </a:prstGeom>
          <a:solidFill>
            <a:srgbClr val="FFFFFF"/>
          </a:solidFill>
          <a:ln/>
          <a:effectLst>
            <a:outerShdw blurRad="304800" algn="bl" rotWithShape="0">
              <a:srgbClr val="333333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24">
            <a:extLst>
              <a:ext uri="{FF2B5EF4-FFF2-40B4-BE49-F238E27FC236}">
                <a16:creationId xmlns:a16="http://schemas.microsoft.com/office/drawing/2014/main" id="{0FA5A369-3EAB-0923-3727-EA54D81863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1143"/>
          <a:stretch>
            <a:fillRect/>
          </a:stretch>
        </p:blipFill>
        <p:spPr>
          <a:xfrm>
            <a:off x="6593911" y="1842539"/>
            <a:ext cx="2670672" cy="1661659"/>
          </a:xfrm>
          <a:prstGeom prst="rect">
            <a:avLst/>
          </a:prstGeom>
        </p:spPr>
      </p:pic>
      <p:grpSp>
        <p:nvGrpSpPr>
          <p:cNvPr id="8" name="그룹 25">
            <a:extLst>
              <a:ext uri="{FF2B5EF4-FFF2-40B4-BE49-F238E27FC236}">
                <a16:creationId xmlns:a16="http://schemas.microsoft.com/office/drawing/2014/main" id="{DBC11336-E258-156B-D5F8-4AD7ED2C40EC}"/>
              </a:ext>
            </a:extLst>
          </p:cNvPr>
          <p:cNvGrpSpPr/>
          <p:nvPr/>
        </p:nvGrpSpPr>
        <p:grpSpPr>
          <a:xfrm>
            <a:off x="6657429" y="4083188"/>
            <a:ext cx="2607154" cy="1960597"/>
            <a:chOff x="450879" y="1125000"/>
            <a:chExt cx="3996742" cy="3171054"/>
          </a:xfrm>
        </p:grpSpPr>
        <p:pic>
          <p:nvPicPr>
            <p:cNvPr id="9" name="그림 28">
              <a:extLst>
                <a:ext uri="{FF2B5EF4-FFF2-40B4-BE49-F238E27FC236}">
                  <a16:creationId xmlns:a16="http://schemas.microsoft.com/office/drawing/2014/main" id="{9324A0DF-BADB-3003-C615-B567BA2583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11798"/>
            <a:stretch/>
          </p:blipFill>
          <p:spPr>
            <a:xfrm>
              <a:off x="450879" y="1125000"/>
              <a:ext cx="3868283" cy="3171054"/>
            </a:xfrm>
            <a:prstGeom prst="rect">
              <a:avLst/>
            </a:prstGeom>
          </p:spPr>
        </p:pic>
        <p:cxnSp>
          <p:nvCxnSpPr>
            <p:cNvPr id="10" name="직선 연결선 30">
              <a:extLst>
                <a:ext uri="{FF2B5EF4-FFF2-40B4-BE49-F238E27FC236}">
                  <a16:creationId xmlns:a16="http://schemas.microsoft.com/office/drawing/2014/main" id="{741B2C08-2974-9548-EB99-ED50E1A2DE44}"/>
                </a:ext>
              </a:extLst>
            </p:cNvPr>
            <p:cNvCxnSpPr>
              <a:cxnSpLocks/>
            </p:cNvCxnSpPr>
            <p:nvPr/>
          </p:nvCxnSpPr>
          <p:spPr>
            <a:xfrm>
              <a:off x="2613589" y="3444240"/>
              <a:ext cx="15426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원호 31">
              <a:extLst>
                <a:ext uri="{FF2B5EF4-FFF2-40B4-BE49-F238E27FC236}">
                  <a16:creationId xmlns:a16="http://schemas.microsoft.com/office/drawing/2014/main" id="{2960E88C-772D-F88D-B205-9284A3D0649A}"/>
                </a:ext>
              </a:extLst>
            </p:cNvPr>
            <p:cNvSpPr/>
            <p:nvPr/>
          </p:nvSpPr>
          <p:spPr>
            <a:xfrm>
              <a:off x="3580759" y="3283868"/>
              <a:ext cx="216000" cy="215998"/>
            </a:xfrm>
            <a:prstGeom prst="arc">
              <a:avLst>
                <a:gd name="adj1" fmla="val 18867948"/>
                <a:gd name="adj2" fmla="val 1756697"/>
              </a:avLst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4E74853-06B6-9598-0A57-BF3C2FD6BEC4}"/>
                    </a:ext>
                  </a:extLst>
                </p:cNvPr>
                <p:cNvSpPr txBox="1"/>
                <p:nvPr/>
              </p:nvSpPr>
              <p:spPr>
                <a:xfrm>
                  <a:off x="3997130" y="3175869"/>
                  <a:ext cx="45049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BDBA046-27E0-49C9-AB05-9F9BF544E9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7130" y="3175869"/>
                  <a:ext cx="450491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직선 연결선 34">
              <a:extLst>
                <a:ext uri="{FF2B5EF4-FFF2-40B4-BE49-F238E27FC236}">
                  <a16:creationId xmlns:a16="http://schemas.microsoft.com/office/drawing/2014/main" id="{D6597351-2A99-6C03-2197-F33BECF9DF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3589" y="3292624"/>
              <a:ext cx="1511999" cy="1050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화살표: 아래쪽 37">
            <a:extLst>
              <a:ext uri="{FF2B5EF4-FFF2-40B4-BE49-F238E27FC236}">
                <a16:creationId xmlns:a16="http://schemas.microsoft.com/office/drawing/2014/main" id="{24BECB7C-F40D-DE0A-4222-91624CFD06B5}"/>
              </a:ext>
            </a:extLst>
          </p:cNvPr>
          <p:cNvSpPr/>
          <p:nvPr/>
        </p:nvSpPr>
        <p:spPr>
          <a:xfrm>
            <a:off x="8140273" y="5282370"/>
            <a:ext cx="281802" cy="589530"/>
          </a:xfrm>
          <a:prstGeom prst="downArrow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6FF9099C-BFA4-B184-128B-EDD7D4416383}"/>
              </a:ext>
            </a:extLst>
          </p:cNvPr>
          <p:cNvSpPr/>
          <p:nvPr/>
        </p:nvSpPr>
        <p:spPr>
          <a:xfrm>
            <a:off x="3623195" y="1400230"/>
            <a:ext cx="747839" cy="321945"/>
          </a:xfrm>
          <a:prstGeom prst="roundRect">
            <a:avLst>
              <a:gd name="adj" fmla="val 46156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E1DCEC54-92B2-AE92-0C5B-A1581BEF11B1}"/>
              </a:ext>
            </a:extLst>
          </p:cNvPr>
          <p:cNvSpPr/>
          <p:nvPr/>
        </p:nvSpPr>
        <p:spPr>
          <a:xfrm>
            <a:off x="3747020" y="1462142"/>
            <a:ext cx="530543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300" dirty="0">
                <a:solidFill>
                  <a:srgbClr val="272525"/>
                </a:solidFill>
                <a:latin typeface="Noto Sans KR" pitchFamily="34" charset="0"/>
                <a:ea typeface="Noto Sans KR" pitchFamily="34" charset="-122"/>
              </a:rPr>
              <a:t>Case 1</a:t>
            </a:r>
            <a:endParaRPr lang="en-US" sz="1300" dirty="0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45711DF9-D6EC-0B46-597A-F506D424A0E9}"/>
              </a:ext>
            </a:extLst>
          </p:cNvPr>
          <p:cNvSpPr/>
          <p:nvPr/>
        </p:nvSpPr>
        <p:spPr>
          <a:xfrm>
            <a:off x="6657429" y="1400230"/>
            <a:ext cx="747839" cy="321945"/>
          </a:xfrm>
          <a:prstGeom prst="roundRect">
            <a:avLst>
              <a:gd name="adj" fmla="val 46156"/>
            </a:avLst>
          </a:prstGeom>
          <a:solidFill>
            <a:schemeClr val="tx2">
              <a:lumMod val="25000"/>
              <a:lumOff val="75000"/>
            </a:scheme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CFCE124-B221-9B6C-60BF-2E282D50975B}"/>
              </a:ext>
            </a:extLst>
          </p:cNvPr>
          <p:cNvSpPr/>
          <p:nvPr/>
        </p:nvSpPr>
        <p:spPr>
          <a:xfrm>
            <a:off x="6781254" y="1462142"/>
            <a:ext cx="530543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0"/>
              </a:lnSpc>
            </a:pPr>
            <a:r>
              <a:rPr lang="en-US" sz="1300" dirty="0">
                <a:solidFill>
                  <a:srgbClr val="272525"/>
                </a:solidFill>
                <a:latin typeface="Noto Sans KR" pitchFamily="34" charset="0"/>
                <a:ea typeface="Noto Sans KR" pitchFamily="34" charset="-122"/>
              </a:rPr>
              <a:t>Case 2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96658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</Words>
  <Application>Microsoft Macintosh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Noto Sans KR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Jae-Moon Jeong</dc:creator>
  <cp:lastModifiedBy>Jae-Moon Jeong</cp:lastModifiedBy>
  <cp:revision>2</cp:revision>
  <dcterms:created xsi:type="dcterms:W3CDTF">2026-04-01T08:14:28Z</dcterms:created>
  <dcterms:modified xsi:type="dcterms:W3CDTF">2026-04-01T08:27:38Z</dcterms:modified>
</cp:coreProperties>
</file>