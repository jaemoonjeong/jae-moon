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1904-D1B3-7305-D979-C315AEDC0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5253C-5777-CAB0-3106-519AA874E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E36A-17B7-B630-576F-12DEF031B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61C5B-9E6A-8C4B-149F-330E51A7C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EF3F7-7021-1581-7AB4-B92F759E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4312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8272-10D2-2596-BA6A-2AE9913F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5E4EF-346D-A2AD-E9A4-7D37AA4CF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60321-9ECA-3AE0-53B1-2A329E8B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BB708-38B7-C024-6AB2-5AA30581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3D85C-4D83-39DB-7512-A49D17D2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4814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B465-43B4-6511-1DF3-551C9425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654BE-B13D-23BC-9F96-15853E1FD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C841D-1FA4-1871-B02D-DC9882CB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9CFED-61B0-9332-990C-7F1F6983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C9A9B-3008-4BCA-6850-2D6DB5B9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8299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EF09-E924-EB94-C96C-76DD2274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6D93-46E0-9A5B-83B5-7DE733343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FCAF5-21F8-7ADB-53BE-B98DBE03D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88FD0-3EE0-A837-BD02-59501DBB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5703D-82FB-2816-7E2B-2282551B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87087-FFAB-C34A-E942-E4ED2C50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80432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844C-1CBF-2DD8-1F9D-D19285084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BF07D-2DF7-552D-E244-E8B8EA70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9BBB9D-2385-4873-436F-A21753642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A7E5F-50F7-C20A-04F7-7ADF6F93C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44EE2-9F4D-929B-3D27-48CEFDB98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E6AF65-8E3E-B6F1-1D31-1838AC7D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55E3D-6E8F-EBEF-7D96-119D21A4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5F1AA-1F82-B7B3-D544-6A671044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4702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FAC4-4032-F502-085E-02A507D6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9422F-3E23-5FB0-3CEB-97446F13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D5042-D737-1D00-48CD-11E23819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05C77-4382-3E9A-6D2E-98F0F08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3647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9D262-2DB3-F37F-AE96-852DBC59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C3D61-1B0D-DB1B-C2A4-C19E0CA7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346E8-191B-B681-9FD7-0BFBCF44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7259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7B04-941E-F1D7-8C0E-6CE8EEAC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FCA8-133D-D937-6AC5-21C90BF09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149F5-85E7-4532-8A0F-9E0ECDB71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D141D-4B06-6C4E-43B5-4937D13E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E51A7-BEE6-C814-8FBB-DEF81D8D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7764F-DBBB-B2E0-2D63-E937C1FB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0108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8B41-0004-BDF5-935B-4F00EB25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C6063-CF28-72C3-5702-BE66D74E8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CE30-46F2-4BE0-BD1D-14AB9FECB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1A444-B79A-7A75-9F93-B391E2CA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CE1F2-8710-FF6F-8221-9DBE16D5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C36AA-E414-F6A2-624E-FAB18141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3403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FA8A-DCB0-6108-C194-A7517CB61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F5803-9434-B62E-A77E-0539091F9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7D5CB-60D4-625E-C7C7-C40E162E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5E764-F8E2-1019-A112-E824D3E0F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FCE48-856C-EBF4-C087-6E56EDB7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708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76D77-0581-4238-A8DF-4CEF4540D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3ED1D-02CF-A238-DA9E-1F246BC96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A2C0-0A13-4764-5109-79A5AC08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9CA0C-9D79-F7B2-80C7-CEDCA81A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70F68-67D3-96BE-05E7-2A34C0E0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995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252E2C-CA36-6B68-8B2C-74CA5314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2916A-8444-67C5-7C1D-237B049C0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86DF1-DA73-227C-07F6-869911D72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A5A58-3777-6F4E-B67C-9A0223FDAA33}" type="datetimeFigureOut">
              <a:rPr lang="en-KR" smtClean="0"/>
              <a:t>3/27/26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63FE6-EE1A-5029-BBE9-7FE3EAC07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413E8-FE37-A4E7-DA75-CFCA4B17B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3DEB4-4B5A-0846-88E6-FDE5901ADD4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0172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EA0C-42E0-589E-B91F-CFAC51126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29B24-CC65-084D-4D88-CD64C443F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38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Jae-Moon Jeong</dc:creator>
  <cp:lastModifiedBy>Jae-Moon Jeong</cp:lastModifiedBy>
  <cp:revision>1</cp:revision>
  <dcterms:created xsi:type="dcterms:W3CDTF">2026-03-27T06:39:00Z</dcterms:created>
  <dcterms:modified xsi:type="dcterms:W3CDTF">2026-03-27T06:39:21Z</dcterms:modified>
</cp:coreProperties>
</file>